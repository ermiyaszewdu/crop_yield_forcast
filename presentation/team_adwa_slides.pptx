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Predicting smallholder crop yield in Ethiopia</a:t>
            </a:r>
          </a:p>
          <a:p>
            <a:pPr>
              <a:defRPr sz="1400" i="1"/>
            </a:pPr>
            <a:r>
              <a:t>Team Adwa - Qiyas / IADE Training Program, Addis Ababa University - 5 Oct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338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- Task: regress yield_tons_per_ha for 3,750 leaderboard plots using only information known at or before planting.</a:t>
            </a:r>
          </a:p>
          <a:p>
            <a:pPr>
              <a:spcAft>
                <a:spcPts val="700"/>
              </a:spcAft>
              <a:defRPr sz="1700"/>
            </a:pPr>
            <a:r>
              <a:t>- Three raw exports: plot survey (15,090 train / 3,750 test, 5 regions x 5 crops, 2021-2024), regional monthly weather (232 rows), market prices (100 rows).</a:t>
            </a:r>
          </a:p>
          <a:p>
            <a:pPr>
              <a:spcAft>
                <a:spcPts val="700"/>
              </a:spcAft>
              <a:defRPr sz="1700"/>
            </a:pPr>
            <a:r>
              <a:t>- All three are messy: many spellings of region, -999 sentinels, blanks, duplicate weather keys, 4 prices recorded in the wrong unit.</a:t>
            </a:r>
          </a:p>
          <a:p>
            <a:pPr>
              <a:spcAft>
                <a:spcPts val="700"/>
              </a:spcAft>
              <a:defRPr sz="1700"/>
            </a:pPr>
            <a:r>
              <a:t>- Approach: clean with train-fitted statistics, join the growing season (planting month + 3 months), engineer weather features, compare five models.</a:t>
            </a:r>
          </a:p>
          <a:p>
            <a:pPr>
              <a:spcAft>
                <a:spcPts val="700"/>
              </a:spcAft>
              <a:defRPr sz="1700"/>
            </a:pPr>
            <a:r>
              <a:t>- Final model mlp_neural_net (tuned): holdout RMSE 0.478 t/ha, 5-fold CV 0.481 +/- 0.005, R2 0.885.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Cleaning and integration (Deliverable A)</a:t>
            </a:r>
          </a:p>
          <a:p>
            <a:pPr>
              <a:defRPr sz="1400" i="1"/>
            </a:pPr>
            <a:r>
              <a:t>Join map, audit and integrity checks - reports/A_cleaning_and_integration.md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/>
            </a:pPr>
            <a:r>
              <a:t>- Labels standardised: 19 raw region spellings -&gt; 5, 21 crop spellings -&gt; 5, identical sets in every table (A2).</a:t>
            </a:r>
          </a:p>
          <a:p>
            <a:pPr>
              <a:spcAft>
                <a:spcPts val="700"/>
              </a:spcAft>
              <a:defRPr sz="1350"/>
            </a:pPr>
            <a:r>
              <a:t>- -999 sentinels and blanks imputed with train medians, extreme values capped at the train 99.5th percentile, 6 duplicate weather keys averaged away.</a:t>
            </a:r>
          </a:p>
          <a:p>
            <a:pPr>
              <a:spcAft>
                <a:spcPts val="700"/>
              </a:spcAft>
              <a:defRPr sz="1350"/>
            </a:pPr>
            <a:r>
              <a:t>- Weather: missing region-year-month cells filled from the region-month climatology; season = planting month + 3 months.</a:t>
            </a:r>
          </a:p>
          <a:p>
            <a:pPr>
              <a:spcAft>
                <a:spcPts val="700"/>
              </a:spcAft>
              <a:defRPr sz="1350"/>
            </a:pPr>
            <a:r>
              <a:t>- Both joins many-to-one, row counts unchanged (15,090 / 3,750), match rate 100%, 0 unmatched plots; 19.4% of train and 19.9% of test plots have a partial window, flagged by wx_n_months_observed.</a:t>
            </a:r>
          </a:p>
          <a:p>
            <a:pPr>
              <a:spcAft>
                <a:spcPts val="700"/>
              </a:spcAft>
              <a:defRPr sz="1350"/>
            </a:pPr>
            <a:r>
              <a:t>- 17/17 automated integrity checks PASS (A7).</a:t>
            </a:r>
          </a:p>
        </p:txBody>
      </p:sp>
      <p:pic>
        <p:nvPicPr>
          <p:cNvPr id="4" name="Picture 3" descr="fig04_region_cro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394960" cy="3226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What the data says (Deliverables B and C)</a:t>
            </a:r>
          </a:p>
          <a:p>
            <a:pPr>
              <a:defRPr sz="1400" i="1"/>
            </a:pPr>
            <a:r>
              <a:t>Two findings - full analysis in reports/B_analysis_report.md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- Finding 1 - the crop x region cell matters more than either alone: SNNPR x maize averages 4.80 t/ha while Somali x teff averages 0.83 t/ha, a 3.97 t/ha gap.</a:t>
            </a:r>
          </a:p>
          <a:p>
            <a:pPr>
              <a:spcAft>
                <a:spcPts val="700"/>
              </a:spcAft>
              <a:defRPr sz="1400"/>
            </a:pPr>
            <a:r>
              <a:t>- Finding 2 - price, not tonnage, decides revenue: teff earns the most per hectare (151,596 birr/ha) even though it is not the highest-yielding crop; improved seed adds 20.1% yield across crops.</a:t>
            </a:r>
          </a:p>
        </p:txBody>
      </p:sp>
      <p:pic>
        <p:nvPicPr>
          <p:cNvPr id="4" name="Picture 3" descr="fig09_revenue_by_crop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6035040" cy="3395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Modeling and evaluation (Deliverable D)</a:t>
            </a:r>
          </a:p>
          <a:p>
            <a:pPr>
              <a:defRPr sz="1400" i="1"/>
            </a:pPr>
            <a:r>
              <a:t>Same 80/20 split (seed 42), same features, held-out data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760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/>
            </a:pPr>
            <a:r>
              <a:t>- Five models: mean baseline 1.413 -&gt; Ridge 0.881 -&gt; random forest 0.532 -&gt; HGB 0.483 -&gt; mlp_neural_net 0.483 RMSE.</a:t>
            </a:r>
          </a:p>
          <a:p>
            <a:pPr>
              <a:spcAft>
                <a:spcPts val="700"/>
              </a:spcAft>
              <a:defRPr sz="1350"/>
            </a:pPr>
            <a:r>
              <a:t>- 5-fold CV: 0.481 +/- 0.005 (runner-up hist_gradient_boosting 0.484) - CV and the single split agree.</a:t>
            </a:r>
          </a:p>
          <a:p>
            <a:pPr>
              <a:spcAft>
                <a:spcPts val="700"/>
              </a:spcAft>
              <a:defRPr sz="1350"/>
            </a:pPr>
            <a:r>
              <a:t>- Weather ablation: 0.483 with weather vs 0.518 without (6.6% more error once weather is removed).</a:t>
            </a:r>
          </a:p>
          <a:p>
            <a:pPr>
              <a:spcAft>
                <a:spcPts val="700"/>
              </a:spcAft>
              <a:defRPr sz="1350"/>
            </a:pPr>
            <a:r>
              <a:t>- Out-of-time 2021-2023 -&gt; 2024: RMSE 0.564 (+0.083 vs the random split) - a real but modest season penalty.</a:t>
            </a:r>
          </a:p>
          <a:p>
            <a:pPr>
              <a:spcAft>
                <a:spcPts val="700"/>
              </a:spcAft>
              <a:defRPr sz="1350"/>
            </a:pPr>
            <a:r>
              <a:t>- Tuning: 16 candidates x 3 folds, 0.483 -&gt; 0.478 RMSE.</a:t>
            </a:r>
          </a:p>
        </p:txBody>
      </p:sp>
      <p:pic>
        <p:nvPicPr>
          <p:cNvPr id="4" name="Picture 3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29078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Errors, score, demo and next steps (D7-D9, E, G)</a:t>
            </a:r>
          </a:p>
          <a:p>
            <a:pPr>
              <a:defRPr sz="1400" i="1"/>
            </a:pPr>
            <a:r>
              <a:t>Error analysis, what we changed, and the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760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/>
            </a:pPr>
            <a:r>
              <a:t>- Hardest group: maize (RMSE 0.626 t/ha), worst region Amhara (0.545); error grows with altitude (corr -0.10) and the model under-predicts the &gt; 5.5 t/ha tail.</a:t>
            </a:r>
          </a:p>
          <a:p>
            <a:pPr>
              <a:spcAft>
                <a:spcPts val="700"/>
              </a:spcAft>
              <a:defRPr sz="1300"/>
            </a:pPr>
            <a:r>
              <a:t>- Because of D7 we tested two extra interaction features - RMSE moved to 0.494, i.e. it did not help, so we kept the 21-feature model (D8).</a:t>
            </a:r>
          </a:p>
          <a:p>
            <a:pPr>
              <a:spcAft>
                <a:spcPts val="700"/>
              </a:spcAft>
              <a:defRPr sz="1300"/>
            </a:pPr>
            <a:r>
              <a:t>- Plain language: typical error 0.35 t/ha = 13% of average yield = about 15,976 birr/ha at the average price (D9).</a:t>
            </a:r>
          </a:p>
          <a:p>
            <a:pPr>
              <a:spcAft>
                <a:spcPts val="700"/>
              </a:spcAft>
              <a:defRPr sz="1300"/>
            </a:pPr>
            <a:r>
              <a:t>- Score: submission/team_adwa_submission.csv - 3,750 plots, validated (G4). The leaderboard key is hidden, so our defensible number is the validation RMSE above.</a:t>
            </a:r>
          </a:p>
          <a:p>
            <a:pPr>
              <a:spcAft>
                <a:spcPts val="700"/>
              </a:spcAft>
              <a:defRPr sz="1300"/>
            </a:pPr>
            <a:r>
              <a:t>- Demo: streamlit run app/app.py - weather and price are looked up automatically.</a:t>
            </a:r>
          </a:p>
          <a:p>
            <a:pPr>
              <a:spcAft>
                <a:spcPts val="700"/>
              </a:spcAft>
              <a:defRPr sz="1300"/>
            </a:pPr>
            <a:r>
              <a:t>- Next: prediction intervals, per-region fairness monitoring, retraining as seasons arrive.</a:t>
            </a:r>
          </a:p>
        </p:txBody>
      </p:sp>
      <p:pic>
        <p:nvPicPr>
          <p:cNvPr id="4" name="Picture 3" descr="fig1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31213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